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add74601c0476b" /><Relationship Type="http://schemas.openxmlformats.org/officeDocument/2006/relationships/extended-properties" Target="/docProps/app.xml" Id="R82e61251dcd045ad" /><Relationship Type="http://schemas.openxmlformats.org/officeDocument/2006/relationships/officeDocument" Target="/ppt/presentation.xml" Id="Rcfb13954dfce4d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bfba212d2448e9"/>
  </p:sldMasterIdLst>
  <p:notesMasterIdLst>
    <p:notesMasterId xmlns:r="http://schemas.openxmlformats.org/officeDocument/2006/relationships" r:id="Rdd5ea9440c6841fc"/>
  </p:notesMasterIdLst>
  <p:sldIdLst>
    <p:sldId xmlns:r="http://schemas.openxmlformats.org/officeDocument/2006/relationships" id="256" r:id="R850f39abb1ed4336"/>
    <p:sldId xmlns:r="http://schemas.openxmlformats.org/officeDocument/2006/relationships" id="257" r:id="R461f094b49ba467d"/>
    <p:sldId xmlns:r="http://schemas.openxmlformats.org/officeDocument/2006/relationships" id="258" r:id="R389c205bc7bd4c4c"/>
    <p:sldId xmlns:r="http://schemas.openxmlformats.org/officeDocument/2006/relationships" id="259" r:id="Ra2ed5e32befc422a"/>
    <p:sldId xmlns:r="http://schemas.openxmlformats.org/officeDocument/2006/relationships" id="260" r:id="R6369703a5ed74906"/>
    <p:sldId xmlns:r="http://schemas.openxmlformats.org/officeDocument/2006/relationships" id="261" r:id="R9ed3b6eb7c4440d3"/>
    <p:sldId xmlns:r="http://schemas.openxmlformats.org/officeDocument/2006/relationships" id="262" r:id="R671d16c3e7074c32"/>
    <p:sldId xmlns:r="http://schemas.openxmlformats.org/officeDocument/2006/relationships" id="263" r:id="R2da7d9c2b0314ff0"/>
    <p:sldId xmlns:r="http://schemas.openxmlformats.org/officeDocument/2006/relationships" id="264" r:id="R6799480776a94d02"/>
    <p:sldId xmlns:r="http://schemas.openxmlformats.org/officeDocument/2006/relationships" id="265" r:id="R6fd438928fac4c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cc75296594e84" /><Relationship Type="http://schemas.openxmlformats.org/officeDocument/2006/relationships/slideMaster" Target="/ppt/slideMasters/slideMaster1.xml" Id="R32bfba212d2448e9" /><Relationship Type="http://schemas.openxmlformats.org/officeDocument/2006/relationships/notesMaster" Target="/ppt/notesMasters/notesMaster1.xml" Id="Rdd5ea9440c6841fc" /><Relationship Type="http://schemas.openxmlformats.org/officeDocument/2006/relationships/presProps" Target="/ppt/presProps.xml" Id="Rf6702507bd8143d2" /><Relationship Type="http://schemas.openxmlformats.org/officeDocument/2006/relationships/tableStyles" Target="/ppt/tableStyles.xml" Id="Rb92e1f3e45b54681" /><Relationship Type="http://schemas.openxmlformats.org/officeDocument/2006/relationships/slide" Target="/ppt/slides/slide1.xml" Id="R850f39abb1ed4336" /><Relationship Type="http://schemas.openxmlformats.org/officeDocument/2006/relationships/slide" Target="/ppt/slides/slide2.xml" Id="R461f094b49ba467d" /><Relationship Type="http://schemas.openxmlformats.org/officeDocument/2006/relationships/slide" Target="/ppt/slides/slide3.xml" Id="R389c205bc7bd4c4c" /><Relationship Type="http://schemas.openxmlformats.org/officeDocument/2006/relationships/slide" Target="/ppt/slides/slide4.xml" Id="Ra2ed5e32befc422a" /><Relationship Type="http://schemas.openxmlformats.org/officeDocument/2006/relationships/slide" Target="/ppt/slides/slide5.xml" Id="R6369703a5ed74906" /><Relationship Type="http://schemas.openxmlformats.org/officeDocument/2006/relationships/slide" Target="/ppt/slides/slide6.xml" Id="R9ed3b6eb7c4440d3" /><Relationship Type="http://schemas.openxmlformats.org/officeDocument/2006/relationships/slide" Target="/ppt/slides/slide7.xml" Id="R671d16c3e7074c32" /><Relationship Type="http://schemas.openxmlformats.org/officeDocument/2006/relationships/slide" Target="/ppt/slides/slide8.xml" Id="R2da7d9c2b0314ff0" /><Relationship Type="http://schemas.openxmlformats.org/officeDocument/2006/relationships/slide" Target="/ppt/slides/slide9.xml" Id="R6799480776a94d02" /><Relationship Type="http://schemas.openxmlformats.org/officeDocument/2006/relationships/slide" Target="/ppt/slides/slide10.xml" Id="R6fd438928fac4c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81704e3072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7ed41bb6174f75" /><Relationship Type="http://schemas.openxmlformats.org/officeDocument/2006/relationships/notesMaster" Target="/ppt/notesMasters/notesMaster1.xml" Id="Rd7d74e14ddca45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8854beb3d4225" /><Relationship Type="http://schemas.openxmlformats.org/officeDocument/2006/relationships/notesMaster" Target="/ppt/notesMasters/notesMaster1.xml" Id="R84f24e10039c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6cc3efd3674248" /><Relationship Type="http://schemas.openxmlformats.org/officeDocument/2006/relationships/notesMaster" Target="/ppt/notesMasters/notesMaster1.xml" Id="R0432df87d41e4a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08d9d80c2d4811" /><Relationship Type="http://schemas.openxmlformats.org/officeDocument/2006/relationships/notesMaster" Target="/ppt/notesMasters/notesMaster1.xml" Id="R0d87bca3ace848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460c2cb75c4901" /><Relationship Type="http://schemas.openxmlformats.org/officeDocument/2006/relationships/notesMaster" Target="/ppt/notesMasters/notesMaster1.xml" Id="Re82bd8e203ad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91e3469b884663" /><Relationship Type="http://schemas.openxmlformats.org/officeDocument/2006/relationships/notesMaster" Target="/ppt/notesMasters/notesMaster1.xml" Id="Re7442355499547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5fd3ee541b434b" /><Relationship Type="http://schemas.openxmlformats.org/officeDocument/2006/relationships/notesMaster" Target="/ppt/notesMasters/notesMaster1.xml" Id="Rf852618bdce94d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2abacf42f940dd" /><Relationship Type="http://schemas.openxmlformats.org/officeDocument/2006/relationships/notesMaster" Target="/ppt/notesMasters/notesMaster1.xml" Id="Rc27e012612cf4f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458f956a044fc0" /><Relationship Type="http://schemas.openxmlformats.org/officeDocument/2006/relationships/notesMaster" Target="/ppt/notesMasters/notesMaster1.xml" Id="R61eecf5625c343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14288d08d44229" /><Relationship Type="http://schemas.openxmlformats.org/officeDocument/2006/relationships/notesMaster" Target="/ppt/notesMasters/notesMaster1.xml" Id="Re013ab31fefd4a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team names and roles come from README.md. Screenshot is from the SS folder in the repository. College, department and faculty mentor were not supplied, so they are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 emphasizes the need for timely emergency care: https://www.who.int/health-topics/emergency-care . 112 India provides a location-enabled SOS system, so this slide does not claim location sharing is absent from existing systems: https://112.gov.in/ . The challenges frame the user experience and are not measured outcomes for NearHelp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three solution elements are visible in screenshots from the repository. Responder connection is future scope, not demonstrated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simplified user workflow. The SOS control, location map and assistant screens are visible in repository screenshots. It does not represent a verified end-to-end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Features are supported by project screenshots in SS/. The visible SOS control does not prove an alert was dispatched. The protocol and assistant screen show UI behavior, not clinical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are from the project SS folder. The repository includes a Google Maps view and an AI agent integration. The screenshot demonstrates a reply; it does not establish clinical accuracy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simplified from README.md and the Android source. FastAPI is in the repository, but this slide does not claim an end-to-end rescue workflow or production database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comes from project screenshots 29917.jpg, screen_test.png and screen_check2.png. The checks summarize what is visible, not formal automated test results or real-world rescue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WHO, Emergency care, https://www.who.int/health-topics/emergency-care</a:t>
            </a:r>
          </a:p>
          <a:p xmlns:a="http://schemas.openxmlformats.org/drawingml/2006/main">
            <a:r>
              <a:t>[2] Government of India, Emergency Response Support System, https://112.gov.in/</a:t>
            </a:r>
          </a:p>
          <a:p xmlns:a="http://schemas.openxmlformats.org/drawingml/2006/main">
            <a:r>
              <a:t>[3] M. Ringh et al., Mobile-Phone Dispatch of Laypersons for CPR in Out-of-Hospital Cardiac Arrest, New England Journal of Medicine 372 (2015), 2316–2325, https://www.nejm.org/doi/full/10.1056/NEJMoa1406038 . The project contribution is a prototype integration and research direction, not a measured improvement over existing systems. 112 India also offers a SHOUT volunteer feature for women and children.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are framed around the evidence available in repository screenshots. Future scope follows ppt_instruction.md. No claim of clinical validation or real-world rescue performance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d7099c76a46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4ce0a41c434cd3" /><Relationship Type="http://schemas.openxmlformats.org/officeDocument/2006/relationships/slideLayout" Target="/ppt/slideLayouts/slideLayout1.xml" Id="R766f8d0494b841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6f8d0494b841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e9752fa634caf" /><Relationship Type="http://schemas.openxmlformats.org/officeDocument/2006/relationships/image" Target="/ppt/media/image.jpeg" Id="Re5beefdae42a4b41" /><Relationship Type="http://schemas.openxmlformats.org/officeDocument/2006/relationships/notesSlide" Target="/ppt/notesSlides/notesSlide1.xml" Id="Ra6594d1f5078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96b1673994f26" /><Relationship Type="http://schemas.openxmlformats.org/officeDocument/2006/relationships/notesSlide" Target="/ppt/notesSlides/notesSlide2.xml" Id="Rbd409d587533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582d123ac47af" /><Relationship Type="http://schemas.openxmlformats.org/officeDocument/2006/relationships/notesSlide" Target="/ppt/notesSlides/notesSlide3.xml" Id="R72a51b0b3252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e7948a4ce4dd5" /><Relationship Type="http://schemas.openxmlformats.org/officeDocument/2006/relationships/notesSlide" Target="/ppt/notesSlides/notesSlide4.xml" Id="R38ad622ea01847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c2df5913c41f5" /><Relationship Type="http://schemas.openxmlformats.org/officeDocument/2006/relationships/image" Target="/ppt/media/image.png" Id="R0d206e2eec094324" /><Relationship Type="http://schemas.openxmlformats.org/officeDocument/2006/relationships/notesSlide" Target="/ppt/notesSlides/notesSlide5.xml" Id="R78a8950dbec146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a0842c6614389" /><Relationship Type="http://schemas.openxmlformats.org/officeDocument/2006/relationships/image" Target="/ppt/media/image2.png" Id="Rf33c866e7aeb4734" /><Relationship Type="http://schemas.openxmlformats.org/officeDocument/2006/relationships/image" Target="/ppt/media/image2.jpeg" Id="R8639d8c4f4b64e31" /><Relationship Type="http://schemas.openxmlformats.org/officeDocument/2006/relationships/notesSlide" Target="/ppt/notesSlides/notesSlide6.xml" Id="R321075c7d4d649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6781efaaa47d6" /><Relationship Type="http://schemas.openxmlformats.org/officeDocument/2006/relationships/notesSlide" Target="/ppt/notesSlides/notesSlide7.xml" Id="R4051a6df539d40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0fdabd71042a8" /><Relationship Type="http://schemas.openxmlformats.org/officeDocument/2006/relationships/image" Target="/ppt/media/image3.jpeg" Id="R16f76efba20d433a" /><Relationship Type="http://schemas.openxmlformats.org/officeDocument/2006/relationships/image" Target="/ppt/media/image3.png" Id="R96793a9b70194bcc" /><Relationship Type="http://schemas.openxmlformats.org/officeDocument/2006/relationships/image" Target="/ppt/media/image4.png" Id="R60acc8f3a4ae4e7e" /><Relationship Type="http://schemas.openxmlformats.org/officeDocument/2006/relationships/notesSlide" Target="/ppt/notesSlides/notesSlide8.xml" Id="Rc22ed2c76bf541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62ebe7e2a4f70" /><Relationship Type="http://schemas.openxmlformats.org/officeDocument/2006/relationships/notesSlide" Target="/ppt/notesSlides/notesSlide9.xml" Id="R3147bcce616346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ade4ba6ea4f4c" /><Relationship Type="http://schemas.openxmlformats.org/officeDocument/2006/relationships/notesSlide" Target="/ppt/notesSlides/notesSlide10.xml" Id="Rf7b769e6a74742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71EAE-EF8C-4E54-A1C0-EFA94A0F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61398-C34A-4526-9292-50C1E028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Project Introduction ( Problem Statement)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8A2A8-DA0E-4459-BC75-CF481CB0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2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6D05F-531E-46C8-8128-56432D3E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NearHelp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78D0F-ACFD-4A12-B0B5-F1C3F84B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Community emergency assistance on 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86BDC-0190-4FCE-8DCE-4015647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When an emergency occurs, bystanders need quick guidance and clear location context while professional responders are on the 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03FF9-7F13-4199-A221-A8A5C162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647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current prototype brings an SOS entry point, a location map, emergency protocols and AI chat into one mobile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E07FF-02AF-45A2-BF46-A32B0FBA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ECD40-11B4-4D1F-9F7C-105741C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Team: Aritra, Adil, Dishari, Abhisikta, Plaban and Sayantan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eefdae42a4b41"/>
          <a:stretch xmlns:a="http://schemas.openxmlformats.org/drawingml/2006/main"/>
        </p:blipFill>
        <p:spPr>
          <a:xfrm xmlns:a="http://schemas.openxmlformats.org/drawingml/2006/main">
            <a:off x="8434958" y="1371600"/>
            <a:ext cx="219913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39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1F637-26BB-4446-A322-DB0C107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B02F0-7BCA-4409-9D70-281A8E7C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Existing Emergency Response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5F0DD-4F07-47C4-82CD-AE09F898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08C4C-A97A-43EA-86ED-3D7422C1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01AE8-FBF2-4739-8B8E-51BAB02C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60906-250E-43E2-8038-74CCAC54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critical gap is what a person can do before organized help arrives.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9CA1E-FC12-4E1C-B0D4-BCDB9B61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8BD84-E68E-46E2-AB81-E7754642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Time and 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4C4B4-6AA4-4E06-AC26-4408D6CE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Professional responders may be several minutes away when an incident begins.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1DA6A-BF4C-4C6B-BECE-CAEA416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C94EC-FAA2-4DCA-9FE6-5EE01F18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Bystander uncertainty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8515E-A361-41CD-BB49-F2CB890F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4320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People nearby may be willing to help but may not know a safe first step.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5AB67-A6CE-4549-AC6A-D0A1E665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522B4-BDE5-4CBF-BF8D-BE5BB1D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friction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131F9-F36B-4E1B-A301-6D50C81A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Describing an exact location during stress can slow a request for help.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63A3E-9048-482B-B1DA-705F5A04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71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70A36-2187-4815-83DF-3C714939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671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Fragmented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B81D4-397B-49BB-8F29-ADBFA237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Calling, maps and guidance are often separate interactions for the user.</a:t>
            </a:r>
          </a:p>
        </p:txBody>
      </p:sp>
    </p:spTree>
    <p:extLst>
      <p:ext uri="{BB962C8B-B14F-4D97-AF65-F5344CB8AC3E}">
        <p14:creationId xmlns:p14="http://schemas.microsoft.com/office/powerpoint/2010/main" val="1034260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418A6-AB6D-4A01-9CEB-17CF955A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84740-8113-48E3-9D31-23EA90F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69D64-B978-42EE-9F67-9A55476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A7EC8-F657-40F4-95B6-FAC9EFA2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F8671-561B-43CB-A04D-FBB840C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CC77F-A677-4FBE-A457-662B0F3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NearHelp AI places the first emergency actions in a single Android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75946-E6B5-4EAD-ACA0-37D29F0F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24A5F-8B75-4CE1-82B8-5049E841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19350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SOS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8E370-CB10-49B6-860E-41F5B2EA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1935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 prominent control starts the emergency journey.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7BD26-8188-40D1-85A7-76E65B50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62300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BB27F-9B13-4248-9F5B-F9F4633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DC351-941C-4159-88A0-75BDDF53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62325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23C48-D060-4CD6-A6F5-AEEB8A73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36232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GPS and the map help users understand where they 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A5924-9C85-4A61-85F6-6E152A0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052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EDF33-3247-44EA-ABA1-3685313A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65252-FAB6-4B59-823B-7558A5ED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05300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Immediate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86DF1-59BD-41B6-8DBA-331E9B4E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0530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Protocol screens and AI chat provide information while help is sought.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5961E-1511-4711-A538-A42762DA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048250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FB2CA-4D2C-4D7D-BDC9-D144C0C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18A05-16ED-43C8-B62D-15E58A8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248275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Community foundation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8D8AF-080F-44BC-8453-C524B6E9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2482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design can later connect users with verified nearby responders.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1E8F6-68D5-44D9-B78D-074E4551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99122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1671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5E6CB-1D6D-4C90-92E6-4A58367E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B8FF6-533B-4EA3-A360-203D20B9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System Workflow and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F8085-E17D-46EA-844A-A66B6F6A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0F6C0-7399-4804-9692-D56A63C2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D5C50-A679-4690-AE44-3E97069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05F94-00F7-451B-BB54-44772D2B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81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prototype follows a short path from opening the app to choosing an informed next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B6E82-65DC-4E4E-AEE2-FE93C7F4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Open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32B91-754D-4CA2-B90B-CD19146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C72E2-F385-4F0E-8F44-6B6054F8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Select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B805F-B74B-4E76-A179-6CFB167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B8F3B-0246-476F-8088-2CEBA793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Use GPS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5C3AA-60A6-4E53-A746-BE75871C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C2D40-2BAD-4EF3-91BC-06A56C9A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View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3531A-F2A2-4E0E-8811-3B8D724C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D7371-5337-4AD6-ADE5-7EC81F9F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Ask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A58B9-9E2B-4032-8B0D-044DE51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6CAF4-362D-465E-A314-33EE7614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4288">
            <a:solidFill>
              <a:srgbClr val="F5A5AE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D2BC2-8A24-421A-9648-185B7A4A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909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27FD3-091C-4988-9C2D-D3A8D956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790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50C19-6C32-4FEA-B000-839FEAD6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00525"/>
            <a:ext cx="4476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User opens the app, chooses a topic or starts an SOS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FF24F-8897-4EF6-9037-6C60CF49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AE702-6A31-40D8-9853-F81F801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90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0E82F-B83F-4921-9F97-F363AFE1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00525"/>
            <a:ext cx="4476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Device location informs the map; the chat sends a question to the AI service.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09D96-7E96-43C3-8785-A31D3B68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620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Output: the screen presents local context, a protocol step or an AI response for the user to review.</a:t>
            </a:r>
          </a:p>
        </p:txBody>
      </p:sp>
    </p:spTree>
    <p:extLst>
      <p:ext uri="{BB962C8B-B14F-4D97-AF65-F5344CB8AC3E}">
        <p14:creationId xmlns:p14="http://schemas.microsoft.com/office/powerpoint/2010/main" val="1273365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6CF26-0C70-465B-AD41-9A6CE098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A8EDB-3820-428C-9B90-65B6F1C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Implemented Features of NearHelp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B660F-7391-4FD0-8247-C65F046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80B9F-7FCC-4A31-9A09-BA4E0E87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84595-A73F-43F2-8006-08A4CD9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37E2-A287-4F95-932A-2524ABBE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144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8BFF2-4AE8-4355-9CC5-B4A5F55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573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B4FB6-3FB7-4BA0-8306-19CDDF80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76425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home screen presents a hold-to-activate SOS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61326-1580-4583-ADFF-8B2577D9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479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6DAB4-CD08-4F8B-A197-6151BA6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908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and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37075-E7E5-4450-AE0F-D7ADFF93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09900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app shows the current GPS position and a live map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1CF7F-BCC1-4504-9E3C-4721BADF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8142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48B37-06A3-4F1F-BBDE-4F997BC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242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protocols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FA041-C156-4EA5-81D0-ACB8EA7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43375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interface displays topic-based steps for common emergencies.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74D4E-5307-4038-AC9D-64125473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149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0CD77-A064-4609-AC7B-E1DF35C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57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conversation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164B5-2732-426B-A6BB-8B51D6CD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76850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assistant accepts a question and displays a response.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06e2eec094324"/>
          <a:stretch xmlns:a="http://schemas.openxmlformats.org/drawingml/2006/main"/>
        </p:blipFill>
        <p:spPr>
          <a:xfrm xmlns:a="http://schemas.openxmlformats.org/drawingml/2006/main">
            <a:off x="8257694" y="1428750"/>
            <a:ext cx="2001212" cy="43338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58298-82BE-4D67-BBEA-2FDD3269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67400"/>
            <a:ext cx="2647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Current Android build</a:t>
            </a:r>
          </a:p>
        </p:txBody>
      </p:sp>
    </p:spTree>
    <p:extLst>
      <p:ext uri="{BB962C8B-B14F-4D97-AF65-F5344CB8AC3E}">
        <p14:creationId xmlns:p14="http://schemas.microsoft.com/office/powerpoint/2010/main" val="2025387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B4DDD-2909-4708-AC64-E6EC540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CC463-5577-46A0-94FB-41F6DAC4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Chatbot &amp; Google Maps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07D30-3CA6-4C68-AB0E-73F5ED77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5AA0-573E-4FFC-968D-45878484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561BA-00AC-4AC0-8762-7D1C9200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CBEA5-F265-4567-A29A-B72193A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Gemini-assisted 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4CF89-9781-46C8-A5BD-0220F92C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user enters an emergency question. The app sends it to the AI service and presents the returned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18826-3699-439D-8F4C-5FB2468C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captured reply includes a source label. Medical reliability still requires systematic validation.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c866e7aeb4734"/>
          <a:srcRect xmlns:a="http://schemas.openxmlformats.org/drawingml/2006/main" l="0" t="33405" r="0" b="334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4925" y="3876675"/>
            <a:ext cx="2743200" cy="19716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FFB6C-3D02-4160-A6E2-A568CA79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76375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CABB5-E882-4844-AF86-5B8B2149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287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Location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082EB-B239-4068-BC5C-87FAA1DD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9775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Device GPS provides position context. Google Maps displays the area around the user.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BA0BA-6645-4ADE-AFB5-1D769C1F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map supports orientation before an SOS action or a request for guidance.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d8c4f4b64e31"/>
          <a:srcRect xmlns:a="http://schemas.openxmlformats.org/drawingml/2006/main" l="0" t="35065" r="0" b="35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3876675"/>
            <a:ext cx="3048000" cy="1971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47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F2F8C-709B-43BC-B1BA-140F3663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BCED4-CE8A-4B45-A09C-BA721C5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System Architecture and 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063AB-C634-47EA-87D0-B730A58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58B54-275F-4832-9290-1030911D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E6B5A-415D-42B7-9347-BE5705FB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8E4C2-2A55-4ED7-91A1-16351200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716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Android client is the user-facing layer. It connects the location map and AI interaction.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1D6F5-2664-46FF-B303-0B21EC10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81225"/>
            <a:ext cx="311467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4288">
            <a:solidFill>
              <a:srgbClr val="F5A5AE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2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Android app</a:t>
            </a:r>
          </a:p>
          <a:p xmlns:a="http://schemas.openxmlformats.org/drawingml/2006/main">
            <a:pPr algn="ctr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Kotlin + Jetpack Compose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95A97-88DF-4F28-8A8A-6D806EC6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19550"/>
            <a:ext cx="254317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Google Maps SDK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0DE18-BF0F-4AA9-8229-39966C36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19550"/>
            <a:ext cx="254317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Gemini AI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7E64E-42D6-4E5B-B214-02FC895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19550"/>
            <a:ext cx="254317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Backend API foundation</a:t>
            </a:r>
          </a:p>
        </p:txBody>
      </p: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328863" y="3019425"/>
            <a:ext cx="37719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6081713" y="3019425"/>
            <a:ext cx="190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00763" y="3019425"/>
            <a:ext cx="37338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A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BF1F3-DB68-41CB-862A-A038697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19675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Implemented app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5EC42-6E5C-461B-82E2-82E3AC48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43877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Maps and AI are visible in the current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ED9C7-1265-4C18-AA7D-692F37F9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9675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Integration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A14E7-6329-4AE4-8FC4-7B3D60A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387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FastAPI and data services support the wider project design; connected rescue flow still needs validation.</a:t>
            </a:r>
          </a:p>
        </p:txBody>
      </p:sp>
    </p:spTree>
    <p:extLst>
      <p:ext uri="{BB962C8B-B14F-4D97-AF65-F5344CB8AC3E}">
        <p14:creationId xmlns:p14="http://schemas.microsoft.com/office/powerpoint/2010/main" val="252942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08722-CE47-4847-BD90-22CDBD60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1DEEB-010B-4F92-800A-A59B69DA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Application Demo, Testing &amp; Current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3F329-0AA4-42EA-A753-1C390AC8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9FE27-DEDF-4226-96FD-84CD93A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AD27B-F4CD-4DCD-A654-3BF6B6B7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A2B06-AEB1-4C68-B838-00949343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6207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Current evidence comes from device screenshots of the working Android interface.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76efba20d433a"/>
          <a:stretch xmlns:a="http://schemas.openxmlformats.org/drawingml/2006/main"/>
        </p:blipFill>
        <p:spPr>
          <a:xfrm xmlns:a="http://schemas.openxmlformats.org/drawingml/2006/main">
            <a:off x="910414" y="2190750"/>
            <a:ext cx="1341472" cy="290512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93a9b70194bcc"/>
          <a:stretch xmlns:a="http://schemas.openxmlformats.org/drawingml/2006/main"/>
        </p:blipFill>
        <p:spPr>
          <a:xfrm xmlns:a="http://schemas.openxmlformats.org/drawingml/2006/main">
            <a:off x="2834464" y="2190750"/>
            <a:ext cx="1341472" cy="2905125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cc8f3a4ae4e7e"/>
          <a:stretch xmlns:a="http://schemas.openxmlformats.org/drawingml/2006/main"/>
        </p:blipFill>
        <p:spPr>
          <a:xfrm xmlns:a="http://schemas.openxmlformats.org/drawingml/2006/main">
            <a:off x="4758514" y="2190750"/>
            <a:ext cx="1341472" cy="2905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C3CAE-D4F6-4ADA-B774-1BA6D118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Demo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CEB50-C12C-40E2-879A-83715DF9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Observed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433C9-3FE7-451F-A619-FE9EF018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43150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D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2D670-1517-4045-9594-2E7B089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38400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Launch + navigation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63E90-1F9E-40DE-8088-75D8ACE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Home and major tabs appear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6E6FB-4D91-48DC-8934-E6BF5B9A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95625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00ACC-7F65-420A-8381-95204DCA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90875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78FCE-F3D7-46C4-AB28-9FF9A9F3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GPS area and SOS control shown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FDC7F-B682-4E01-86EE-8C1DED6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48100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CE014-2427-4864-B961-A00FAFF5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43350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content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E78E2-5883-4B63-8A7A-F816C7D1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Protocol topic and steps shown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16C34-417B-4EB5-9332-1F52E655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00575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B1461-6F88-4619-A6D2-9F011159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695825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conversation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D7BBA-9424-405A-AEFC-125E8C5C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9582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Question and response captured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53E86-B201-4A0D-9449-9201F475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53050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68ACE-54DF-4E71-8958-533EAFF9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These checks confirm visible interface behavior. Dispatch reliability, response time and medical accuracy need separate evaluation.</a:t>
            </a:r>
          </a:p>
        </p:txBody>
      </p:sp>
    </p:spTree>
    <p:extLst>
      <p:ext uri="{BB962C8B-B14F-4D97-AF65-F5344CB8AC3E}">
        <p14:creationId xmlns:p14="http://schemas.microsoft.com/office/powerpoint/2010/main" val="1662740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55543-C43C-4B05-8DFE-70A41D03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D86FB-EB09-4D95-B4AE-F0FF96D0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Research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BC41C-AB08-4778-87CC-8B2BCE3D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E74A9-C3D5-4DEF-A00B-048D55CB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5D8C9-F76B-4CA7-BA32-D52057F2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D3887-AAF6-45AA-93E6-A1E227B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75C5A-938C-4DF5-B246-9667C3AE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6F27C-3894-40CB-8582-D511869B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5D1C8-0B87-4803-8691-A44E892A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34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WHO emphasizes access to quality, timely emergency care. This motivates support during the early response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B759E-BF62-4695-9D78-1DBC0555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5049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F1DDE-623E-4145-A0C6-384C3238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717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Existing digital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FDDC6-6951-4F15-B4A6-BD57ED2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622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2678B-F733-4EB5-8F40-6957B10D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09925"/>
            <a:ext cx="334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India’s 112 system already combines SOS requests with location data. NearHelp studies the user-facing guidance layer.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144A5-E239-4ED3-9A44-27C3758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0A988-1EE0-44F7-BDFB-67B8F86F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Community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14932-7CFD-4C5E-8037-1CD1B0D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622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59FE2-BE58-49EB-AE99-E21F7BA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334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 randomized trial found that phone alerts increased CPR started by nearby trained volunteers before EMS arrival.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0706C-C752-4FE5-A3C5-83030B99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14925"/>
            <a:ext cx="10839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DB74D-89C3-46CE-A6D6-DFC67978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292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Project contribution: a prototype that places map context, emergency content and AI interaction in one mobile journey.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DDF97-FCA0-4945-B5E0-5AC9476E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Sources: WHO emergency care; 112 India; Ringh et al., NEJM (2015)</a:t>
            </a:r>
          </a:p>
        </p:txBody>
      </p:sp>
    </p:spTree>
    <p:extLst>
      <p:ext uri="{BB962C8B-B14F-4D97-AF65-F5344CB8AC3E}">
        <p14:creationId xmlns:p14="http://schemas.microsoft.com/office/powerpoint/2010/main" val="1731601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CF6E6-97F8-47B2-B052-FDDF8B8B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0F3EB-25DF-4CF9-9853-62A40A28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Limitations, Future Scope &amp;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74B4D-5ACC-40C6-A828-34EED08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97305-0CA7-4EFC-A8CF-23D4FDD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CEA10-27D6-461E-8C2A-163E394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4D68E-2EEA-4D32-8A9D-6C667EF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763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CE91E-058A-4F97-918C-7F1B6B5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screenshots do not establish successful real-world dispatch or improved response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69280-EC13-40ED-B5DB-857294D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AI answers need systematic checks against verified medical sources before wider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DDC2C-1D76-47FB-95D5-76833F8D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current demo does not evaluate responder availability or field 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04BA5-4E8E-41BD-B938-567CF28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57325"/>
            <a:ext cx="0" cy="393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984F3-5AF2-40BD-9528-647A93B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763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5B8C2-3BDB-4415-9824-19757E18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05025"/>
            <a:ext cx="4552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Validate protocol retrieval and medical safety guardrails.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C6F32-26C4-4431-B47D-3B4B40A5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00375"/>
            <a:ext cx="455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Connect and verify nearby responders, then add live rescue tracking.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5EDC8-3569-4F2D-9228-78CB1A3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10025"/>
            <a:ext cx="4552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Expand access with Bengali, Hindi and English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24403-DCD4-4A9B-BCBE-EA3B49C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14950"/>
            <a:ext cx="10839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7FD1F-E996-41EC-9462-7918CA6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91150"/>
            <a:ext cx="10287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Conclusion: NearHelp AI now demonstrates the mobile foundation for location-aware emergency assistance.</a:t>
            </a:r>
          </a:p>
        </p:txBody>
      </p:sp>
    </p:spTree>
    <p:extLst>
      <p:ext uri="{BB962C8B-B14F-4D97-AF65-F5344CB8AC3E}">
        <p14:creationId xmlns:p14="http://schemas.microsoft.com/office/powerpoint/2010/main" val="1444778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2026-09-28T20:48:27.6040000Z</dcterms:created>
  <dcterms:modified xsi:type="dcterms:W3CDTF">2026-09-28T20:48:27.6040000Z</dcterms:modified>
</coreProperties>
</file>